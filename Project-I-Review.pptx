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Arial"/>
              </a:rPr>
              <a:t>F1 against baselines measured in the same pipeline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</c:v>
                </c:pt>
              </c:strCache>
            </c:strRef>
          </c:tx>
          <c:spPr>
            <a:solidFill>
              <a:srgbClr val="C3CE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SumMe</c:v>
                  </c:pt>
                  <c:pt idx="1">
                    <c:v>TVSum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0.368</c:v>
                </c:pt>
                <c:pt idx="1">
                  <c:v>0.166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 model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SumMe</c:v>
                  </c:pt>
                  <c:pt idx="1">
                    <c:v>TVSum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0.451</c:v>
                </c:pt>
                <c:pt idx="1">
                  <c:v>0.265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Human (leave-one-out)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SumMe</c:v>
                  </c:pt>
                  <c:pt idx="1">
                    <c:v>TVSum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0.612</c:v>
                </c:pt>
                <c:pt idx="1">
                  <c:v>0.26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Oracle</c:v>
                </c:pt>
              </c:strCache>
            </c:strRef>
          </c:tx>
          <c:spPr>
            <a:solidFill>
              <a:srgbClr val="21295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SumMe</c:v>
                  </c:pt>
                  <c:pt idx="1">
                    <c:v>TVSum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0.783</c:v>
                </c:pt>
                <c:pt idx="1">
                  <c:v>0.406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12700" cap="flat">
              <a:solidFill>
                <a:srgbClr val="EDF1F4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Arial"/>
              </a:rPr>
              <a:t>SLA met over 20 jobs at a 100 s target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SLA met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Adaptive routing
(measured)</c:v>
                  </c:pt>
                  <c:pt idx="1">
                    <c:v>Always fast class</c:v>
                  </c:pt>
                  <c:pt idx="2">
                    <c:v>Random choice</c:v>
                  </c:pt>
                  <c:pt idx="3">
                    <c:v>Always slow class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65</c:v>
                </c:pt>
                <c:pt idx="2">
                  <c:v>37.5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EDF1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State the one-line goal: a reader should understand a video's content without watching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gap: not 'no summarizer exists' but 'existing output is not something you can learn from'.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six deliverables. Demo the Subsets video which shows all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Emphasise M5' as the module that changed output quality, and windowing as what makes it hold at any length.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what we trained: only M7. Everything else is pre-trained and used as-is; the engineering is in orchestration and the budget planner.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speed numbers are measured on a 16-core CPU-only laptop, no GPU. The planner is what turns 'it depends' into a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plainly: absolute F1 is not comparable to published numbers — different features, sampling and shot segmentation. What is meaningful is where the model sits against baselines computed on our own shards. On TVSum it matches single-human agreement.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careful with the comparison: adaptive is measured, the baselines are cost-model predictions. The sound reading is the spread between the predicted baselines — placement moves the met-rate from 10% to 65%.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Streamlit app still exists and works; the Next.js tier is the production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Stating limits explicitly is deliberate — it is what separates a measured result from a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what is done versus what is next. Invite questions on the scheduler and the M7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669280" cy="56692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3291840" cy="329184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Video Summarization System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11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any video without watching it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709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 ·  BCSE497J  ·  VIT Vellore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Jaivardhan Singh (23BCI0036) · Sujay Chand (23BCE0217) · Harshit Raj (23BCE0190)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Deepa K, SCOPE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set out to solve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summarizers were not enough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2024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17647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 are too shallow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755648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100-word abstract of a 60-minute lecture tells you the topic, not the content. You still have to watch.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24912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30175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89888" y="28620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not teachable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852928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models stitch spoken fragments together. Sentences do not connect; a reader cannot learn from them.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22192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411480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89888" y="39593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and boards are lost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950208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a lecture's information is on screen — diagrams, code, derivations — and text-only pipelines discard it.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919472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52120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89888" y="50566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ask a doubt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5047488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summary cannot answer "why is it 2^n?". Learning needs a back-and-forth.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produces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video in — six artefacts out, every one timestamped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84708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182880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Teachable explanation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215798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video taught back section by section, with gaps filled from standard knowledge and marked as added context.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627632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1384" y="184708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01384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031736" y="182880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+ code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31736" y="215798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programming videos: the algorithm, complexity, and working Python / Java / C++ / JavaScript.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63824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3832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16736" y="336499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material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16736" y="3694176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slide, diagram or board as a keyframe with its text extracted and explained.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163824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01384" y="33832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01384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031736" y="336499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&amp; glossary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31736" y="3694176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chapters and the terms a reader needs, both anchored to the timeline.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700016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491947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86384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316736" y="490118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Q&amp;A tutor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316736" y="523036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doubt; answers cite the moment they came from and flag when they go beyond the video.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4700016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01384" y="491947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01384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031736" y="490118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reel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031736" y="523036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video of the highest-importance scenes, chosen by a trained model.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the M1 - M7 pipeline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and M3 run concurrently; every stage caches its own artefact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517904" cy="2148840"/>
          </a:xfrm>
          <a:prstGeom prst="roundRect">
            <a:avLst>
              <a:gd name="adj" fmla="val 4217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9572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7432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/ upload, probe,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audio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85416" y="1965960"/>
            <a:ext cx="1517904" cy="2148840"/>
          </a:xfrm>
          <a:prstGeom prst="roundRect">
            <a:avLst>
              <a:gd name="adj" fmla="val 4217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85416" y="21031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185416" y="239572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58568" y="27432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Whisper, silence-split,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detect + translate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22192" y="1965960"/>
            <a:ext cx="1517904" cy="2148840"/>
          </a:xfrm>
          <a:prstGeom prst="roundRect">
            <a:avLst>
              <a:gd name="adj" fmla="val 4217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22192" y="21031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822192" y="239572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95344" y="27432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segmentation, keyframes,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YOLO, CLIP, OCR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58968" y="1965960"/>
            <a:ext cx="1517904" cy="2148840"/>
          </a:xfrm>
          <a:prstGeom prst="roundRect">
            <a:avLst>
              <a:gd name="adj" fmla="val 4217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58968" y="21031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58968" y="239572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532120" y="27432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transcript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scenes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95744" y="1965960"/>
            <a:ext cx="1517904" cy="2148840"/>
          </a:xfrm>
          <a:prstGeom prst="roundRect">
            <a:avLst>
              <a:gd name="adj" fmla="val 421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95744" y="21031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M5'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095744" y="239572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68896" y="27432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whole transcript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 + keyframes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732520" y="1965960"/>
            <a:ext cx="1517904" cy="2148840"/>
          </a:xfrm>
          <a:prstGeom prst="roundRect">
            <a:avLst>
              <a:gd name="adj" fmla="val 4217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732520" y="21031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239572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805672" y="27432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embeddings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RAG Q&amp;A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369296" y="1965960"/>
            <a:ext cx="1517904" cy="2148840"/>
          </a:xfrm>
          <a:prstGeom prst="roundRect">
            <a:avLst>
              <a:gd name="adj" fmla="val 4217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69296" y="21031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369296" y="239572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442448" y="27432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scene importance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highlight reel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3708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M5' is the quality step: the entire transcript, the scene list and the keyframe images go to the model in one call — no lossy chunking, and multimodal, so it reads diagrams and handwriting that OCR misses. Without an API key the pipeline falls back to a local BART/flan-t5 map-reduce.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17550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longer than 45 minutes are understood in ~25-minute windows, each a full-budget call, then reduced into one overview, recap, key points and glossary.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and responsibilities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is pre-trained and runs on CPU; only M7 was trained by us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91056"/>
            <a:ext cx="5367528" cy="2011680"/>
          </a:xfrm>
          <a:prstGeom prst="roundRect">
            <a:avLst>
              <a:gd name="adj" fmla="val 2727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81051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52144" y="1773936"/>
            <a:ext cx="4544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&amp; language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194560"/>
            <a:ext cx="48554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—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ASR; parallel workers, auto language detect + translate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—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M5' understanding and the Q&amp;A tutor (1M context)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—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embeddings for retrieval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45352" y="1591056"/>
            <a:ext cx="5367528" cy="2011680"/>
          </a:xfrm>
          <a:prstGeom prst="roundRect">
            <a:avLst>
              <a:gd name="adj" fmla="val 2727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64808" y="1810512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48856" y="1773936"/>
            <a:ext cx="4544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01384" y="2194560"/>
            <a:ext cx="48554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ViT-B/32 —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segmentation, keyframe embeddings, M7 features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@ 416 —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tags per keyframe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—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text from slides and boards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803904"/>
            <a:ext cx="5367528" cy="2011680"/>
          </a:xfrm>
          <a:prstGeom prst="roundRect">
            <a:avLst>
              <a:gd name="adj" fmla="val 2727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4023360"/>
            <a:ext cx="274320" cy="2743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52144" y="3986784"/>
            <a:ext cx="4544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&amp; ML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407408"/>
            <a:ext cx="48554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—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 for grounded Q&amp;A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(CPU) —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bi-GRU scene-importance model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/ scikit-learn —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KTS segmentation, CV metrics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45352" y="3803904"/>
            <a:ext cx="5367528" cy="2011680"/>
          </a:xfrm>
          <a:prstGeom prst="roundRect">
            <a:avLst>
              <a:gd name="adj" fmla="val 2727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64808" y="4023360"/>
            <a:ext cx="274320" cy="274320"/>
          </a:xfrm>
          <a:prstGeom prst="ellipse">
            <a:avLst/>
          </a:prstGeom>
          <a:solidFill>
            <a:srgbClr val="3D6B7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48856" y="3986784"/>
            <a:ext cx="4544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01384" y="4407408"/>
            <a:ext cx="48554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SQLAlchemy —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SSE progress, uploads, auth, scheduler API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+ Tailwind —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frontend, light/dark themes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RQ, Docker —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worker fleet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 a wall-clock budget on any video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 probes the machine, self-calibrates, and picks models to fit the target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→ 5.3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min, 67-minute lecture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6459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→ 7.7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min, 32-minute Hindi video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6459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 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6.8-min video, end to end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503920" y="16459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3.0×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watching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11064240" cy="2286000"/>
          </a:xfrm>
          <a:prstGeom prst="roundRect">
            <a:avLst>
              <a:gd name="adj" fmla="val 2400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3649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budget is held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730752"/>
            <a:ext cx="10515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probe + online calibration —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cost per stage replaces the reference estimate after each run, blended asymmetrically so "slower than expected" is believed quickly.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ladders —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(small/beam-5 → tiny) and summarizer rungs are walked down until the prediction fits the remaining budget.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Cost-shaped vision —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5 minutes, frame-accurate scene detection is replaced by sampled CLIP segmentation, whose cost is fixed rather than proportional to length.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—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and vision share one budget slice and run together; Whisper is silence-split across parallel workers.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M7 — scene-importance model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SumMe + TVSum; 5-fold, video-disjoint cross-validation over 75 videos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120640" cy="1874520"/>
          </a:xfrm>
          <a:prstGeom prst="roundRect">
            <a:avLst>
              <a:gd name="adj" fmla="val 2927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739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139696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ViT-B/32 at 2 fps, L2-normalised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1-layer bi-GRU (128) + MLP head, ~0.5M params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MSE + pairwise ranking hinge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Temporal Segmentation, ~1 shot / 2 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0" y="1627632"/>
            <a:ext cx="5669280" cy="1874520"/>
          </a:xfrm>
          <a:prstGeom prst="roundRect">
            <a:avLst>
              <a:gd name="adj" fmla="val 2927"/>
            </a:avLst>
          </a:prstGeom>
          <a:solidFill>
            <a:srgbClr val="EEF4F8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99632" y="17739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result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199632" y="2176272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Kendall τ   0.160 ± 0.016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Spearman ρ  0.208 ± 0.022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Knapsack F1 0.323 ± 0.034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3675888"/>
          <a:ext cx="110642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SLA-constrained scheduler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novel contribution: routing on per-hardware-class costs learned online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job is routed to the cheapest worker class predicted to meet its wall-clock SLA. Every completed job folds its real timing back into that class's cost model. A thinly-measured class is preferred while it is still predicted to meet the SLA — exploration that cannot break the promise.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286000"/>
          <a:ext cx="64922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315200" y="2286000"/>
            <a:ext cx="4297680" cy="3749040"/>
          </a:xfrm>
          <a:prstGeom prst="roundRect">
            <a:avLst>
              <a:gd name="adj" fmla="val 1463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71232" y="24323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to practice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571232" y="2798064"/>
            <a:ext cx="4114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worker processes, real Redis queue, genuinely different hardware (8 cores vs 2, CPU-pinned).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cost model: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cpu-8core  27.1 s / video-min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cpu-2core  61.5 s / video-min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it for real surfaced five defects that code review had not: a queue nothing drained, RQ's SIGALRM on Windows, cache hits poisoning the cost model, CPU pinning landing on a launcher stub, and repeats measuring nothing.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web tier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interfaces over one core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05200" cy="2286000"/>
          </a:xfrm>
          <a:prstGeom prst="roundRect">
            <a:avLst>
              <a:gd name="adj" fmla="val 2400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847088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07008" y="1810512"/>
            <a:ext cx="263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286000"/>
            <a:ext cx="29931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lifecycle with SSE progress · file uploads · bearer-token auth · S3/R2 storage seam · scheduler and SLA endpoints · SQLite to Postgres by URL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28160" y="1645920"/>
            <a:ext cx="3505200" cy="2286000"/>
          </a:xfrm>
          <a:prstGeom prst="roundRect">
            <a:avLst>
              <a:gd name="adj" fmla="val 2400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5904" y="184708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86528" y="1810512"/>
            <a:ext cx="263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frontend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84192" y="2286000"/>
            <a:ext cx="29931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form with video-type and profile · live job progress · result view with six tabs · library with per-job Stop · light / dark / system themes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07680" y="1645920"/>
            <a:ext cx="3505200" cy="2286000"/>
          </a:xfrm>
          <a:prstGeom prst="roundRect">
            <a:avLst>
              <a:gd name="adj" fmla="val 2400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45424" y="1847088"/>
            <a:ext cx="310896" cy="31089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66048" y="1810512"/>
            <a:ext cx="263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fleet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63712" y="2286000"/>
            <a:ext cx="29931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pool, or Redis + RQ workers across machines · docker-compose brings up a two-class fleet with CPU limits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605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10,491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800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Python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41605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1,705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4800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TypeScript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41605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8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4800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915400" y="41605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8915400" y="4800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packages: core / server / ml / web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and known limits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measured, and what we are not claiming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367528" cy="3566160"/>
          </a:xfrm>
          <a:prstGeom prst="roundRect">
            <a:avLst>
              <a:gd name="adj" fmla="val 1538"/>
            </a:avLst>
          </a:prstGeom>
          <a:solidFill>
            <a:srgbClr val="F4F7F9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922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8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194560"/>
            <a:ext cx="485546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automated tests covering chunking, KTS, knapsack F1, the scorer, scheduler routing and progress threading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re-run end to end after every change set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measured on a 16-core CPU-only laptop, no GPU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evaluated by 5-fold video-disjoint CV against random, human and oracle baselines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run on a real two-class fleet; 20 SLA observations recorded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45352" y="1627632"/>
            <a:ext cx="5367528" cy="3566160"/>
          </a:xfrm>
          <a:prstGeom prst="roundRect">
            <a:avLst>
              <a:gd name="adj" fmla="val 1538"/>
            </a:avLst>
          </a:prstGeom>
          <a:solidFill>
            <a:srgbClr val="FBF6EE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01384" y="17922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6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limits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01384" y="2194560"/>
            <a:ext cx="485546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M7's absolute F1 is not comparable to published SumMe/TVSum numbers — different features, sampling and shot segmentation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importance is a relative ranking over scenes, not a calibrated per-frame score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scheduler's headline margin over the best fixed class is small by construction with only two classes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quality depends on the LLM; without an API key it falls back to a much weaker local model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downloads can fail on geo-block or bot-check; uploads are the independent path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108960"/>
            <a:ext cx="4937760" cy="493776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097280"/>
            <a:ext cx="4023360" cy="4023360"/>
          </a:xfrm>
          <a:prstGeom prst="ellipse">
            <a:avLst/>
          </a:prstGeom>
          <a:solidFill>
            <a:srgbClr val="1C7293">
              <a:alpha val="3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project stands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working — 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M1–M7 pipeline, both interfaces, the trained importance model, and the scheduler with recorded evidence.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worker class to show adaptivity where no single class dominates; a larger highlight-training corpus; auth and object storage for a public deployment.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663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Video Summarization System</dc:title>
  <dc:subject>PptxGenJS Presentation</dc:subject>
  <dc:creator>Jaivardhan Singh, Sujay Chand, Harshit Raj</dc:creator>
  <cp:lastModifiedBy>Jaivardhan Singh, Sujay Chand, Harshit Raj</cp:lastModifiedBy>
  <cp:revision>1</cp:revision>
  <dcterms:created xsi:type="dcterms:W3CDTF">2026-09-07T15:33:48Z</dcterms:created>
  <dcterms:modified xsi:type="dcterms:W3CDTF">2026-09-07T15:33:48Z</dcterms:modified>
</cp:coreProperties>
</file>
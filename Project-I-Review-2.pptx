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goal: a reader should learn a video's content without watching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note with the actual approval email screenshot from the guide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line of work is strong at its own task; none of them produces something a reader can learn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gaps map one-to-one onto the objectives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4 is where the novel contribution sits — the scheduler that holds the budget across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M5-prime is the stage that made the output teachable, and M7 is the only model we trained.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nothing here is fine-tuned except M7. The contribution is in the system, not in retraining 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if asked: the pipeline and both interfaces work; cloud deployment config exists but is not yet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measured, not aspirational. Say plainly that the figures are for English; translation costs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F1 looks low against papers: different pipeline. That is why the random/human/oracle baselines are computed in-pipeline.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here: the adaptive figure is measured, the baselines are cost-model predictions. The honest claim is that class choice moves the met-rate from 10% to 65%, and learned routing finds the right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cached Subsets video — it has explanation, four-language code, glossary and a highlight reel.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limits is deliberate — it is what separates a measured project from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9339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Video Summarization System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52928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any video without watching it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5876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Review 2   ·   BCSE497J   ·   VIT Vellore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245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Jaivardhan Singh (23BCI0036)  ·  Sujay Chand (23BCE0217)  ·  Harshit Raj (23BCE0190)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354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Deepa K, SCOPE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Approval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Review-2 components approved by the project guide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3566160"/>
          </a:xfrm>
          <a:prstGeom prst="roundRect">
            <a:avLst>
              <a:gd name="adj" fmla="val 205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81051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16736" y="1773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Sheet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21808" y="177393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attached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245059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16736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Presentation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21808" y="241401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— reviewed with the guide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" y="309067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16736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305409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of the working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0976" y="37307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16736" y="3694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Draft of Project Report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69417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for 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0976" y="437083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16736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Report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4334256"/>
            <a:ext cx="5934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results, included here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19379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guide's approval email screenshot in the space below before the review, as required by the Review-2 guidelines.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video summarization stands, and what each line of work leaves undone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4813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video summarization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773936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vsLSTM / dppLSTM (Zhang, ECCV'16), DR-DSN (Zhou, AAAI'18) select keyframes on SumMe / TVSum. They choose which frames matter — they never explain the content.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65176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text summarization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944368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BART, PEGASUS, DistilBART compress transcripts. On spoken, often machine-translated text they yield disjointed fragments, and their input windows force lossy chunking.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822192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question answering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11480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TVQA, retrieval-augmented pipelines answer over a video, but treat the transcript as flat text and drop the on-screen material entirely.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01091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992624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summarization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5285232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Otani et al. (CVPR'19) showed random summaries score close to state of the art under the F1 protocol, so rank correlation against each annotator is the sounder measure.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Identification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gaps that together define the problem we took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4668" cy="1664208"/>
          </a:xfrm>
          <a:prstGeom prst="roundRect">
            <a:avLst>
              <a:gd name="adj" fmla="val 43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9222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73936"/>
            <a:ext cx="4247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are not teachable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066544"/>
            <a:ext cx="42473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100-word abstract of a 60-minute lecture names the topic. The reader still has to watch the video.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517904"/>
            <a:ext cx="5344668" cy="1664208"/>
          </a:xfrm>
          <a:prstGeom prst="roundRect">
            <a:avLst>
              <a:gd name="adj" fmla="val 43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179222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1676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00316" y="1773936"/>
            <a:ext cx="4247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material is discarded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00316" y="2066544"/>
            <a:ext cx="42473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lecture's information is in diagrams, code and derivations. Text-only pipelines never look at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5344668" cy="1664208"/>
          </a:xfrm>
          <a:prstGeom prst="roundRect">
            <a:avLst>
              <a:gd name="adj" fmla="val 43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71246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694176"/>
            <a:ext cx="4247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breaks quality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986784"/>
            <a:ext cx="42473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output budget spread over a longer video thins the explanation until it is useless.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3438144"/>
            <a:ext cx="5344668" cy="1664208"/>
          </a:xfrm>
          <a:prstGeom prst="roundRect">
            <a:avLst>
              <a:gd name="adj" fmla="val 43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371246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1676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0316" y="3694176"/>
            <a:ext cx="4247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wall-clock guarantee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00316" y="3986784"/>
            <a:ext cx="42473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are built around fixed models, so processing time scales with length and nothing holds a deadline.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objective answers one identified gap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46304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teachable explanation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755648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video back section by section, filling gaps from standard knowledge and marking what was added.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3957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is on the screen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688336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every slide, diagram and board as a keyframe with its text, and explain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4670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328416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quality at any length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21024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explanation density constant from 10 minutes to 12 hours.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2793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261104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wall-clock budget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553712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heaviest configuration that still finishes inside a stated time target on the machine at hand.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2120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5193792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doubts conversationally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5486400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the video, cite timestamps, and go beyond it when the video is silent — saying so.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and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M1–M7; transcription and vision run concurrently, and every stage caches its own artefact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first, so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starts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video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downloaded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64515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64515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64515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55955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faster-whisper,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silence-split across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parallel chunks,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auto-detect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62103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2103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62103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53543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segmentation,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 CLIP,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on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59690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9690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59690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51130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transcript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to the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they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57278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57278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57278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8718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transcript +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+ keyframes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gemini-2.5-flash,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if long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54865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54865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54865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46305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over the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for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52453" y="1572768"/>
            <a:ext cx="1469571" cy="2834640"/>
          </a:xfrm>
          <a:prstGeom prst="roundRect">
            <a:avLst>
              <a:gd name="adj" fmla="val 4978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52453" y="1700784"/>
            <a:ext cx="1469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52453" y="1975104"/>
            <a:ext cx="1469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43893" y="2340864"/>
            <a:ext cx="128669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scene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drives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reel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45902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and M3 run concurrently, so vision is free until it exceeds transcription time. Without an API key, M5′ falls back to a local BART map-reduce.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perception model is pre-trained and CPU-only; M7 is the one we trained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599182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2160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03120"/>
            <a:ext cx="216027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(int8)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@ 416px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5566" y="1536192"/>
            <a:ext cx="2599182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5022" y="1737360"/>
            <a:ext cx="2160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05022" y="2103120"/>
            <a:ext cx="216027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MiniLM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/ flan-t5 fallback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4204" y="1536192"/>
            <a:ext cx="2599182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3660" y="1737360"/>
            <a:ext cx="2160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23660" y="2103120"/>
            <a:ext cx="216027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RQ workers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2842" y="1536192"/>
            <a:ext cx="2599182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2298" y="1737360"/>
            <a:ext cx="2160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42298" y="2103120"/>
            <a:ext cx="216027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Tailwind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live progress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10,790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7731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(core, server, ml, ui)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1,705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7731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frontend)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47731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15984" y="4114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47731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main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modules complete and running end to end; deployment and the report remain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6707856" cy="3566160"/>
          </a:xfrm>
          <a:prstGeom prst="roundRect">
            <a:avLst>
              <a:gd name="adj" fmla="val 205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19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84832"/>
            <a:ext cx="61592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M1–M7 pipeline, end to end, with per-stage caching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understanding with windowing for long videos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Q&amp;A: conversation history, cited timestamps, honest about going beyond the video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scene-importance model trained and driving the highlight reel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service: jobs, SSE progress, uploads, auth, cancellation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frontend: light/dark, live progress, library, Q&amp;A, scenes, report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SLA scheduler, exercised on a real two-class worker fleet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4240" y="1517904"/>
            <a:ext cx="4127784" cy="3566160"/>
          </a:xfrm>
          <a:prstGeom prst="roundRect">
            <a:avLst>
              <a:gd name="adj" fmla="val 205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68560" y="1719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68560" y="2084832"/>
            <a:ext cx="3579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(config written; Vercel + container host)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evaluation across more video categories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23036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is past the 60–75% expected at Review 2; what is left is deployment and documentation, not core function.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a Wall-Clock Budget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probes the machine, self-calibrates from every run, and picks models to fit the target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min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31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end to end,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43-minute video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0.058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2231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of ASR per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of speech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2.3×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2231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after fixing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oversubscription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70848" y="1572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37.8 s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070848" y="2231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once audio is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before video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11055096" cy="1810512"/>
          </a:xfrm>
          <a:prstGeom prst="roundRect">
            <a:avLst>
              <a:gd name="adj" fmla="val 4040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364992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end-to-end time on the development machine (16-core, CPU-only)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9684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min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67862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67862" y="39684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min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94476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94476" y="39684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 min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72109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21090" y="39684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 min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462272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videos need translation and run roughly 1.5× longer. Times are download-dependent; ingest is calibrated per machine.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— Scene-Importance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SumMe + TVSum; 5-fold, video-disjoint cross-validation over 75 videos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5096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00784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Knapsack-summary F1, against baselines measured in the same pipeline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TVSum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487168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0.368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33722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33722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33722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780276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(LOO)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80276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780276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926830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2683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0.406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926830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68496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TVSum the model matches how well one annotator agrees with the others. Absolute F1 is not comparable across pipelines — features, sampling and shot segmentation all differ — so every baseline here is measured on our own shards.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5720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(Otani et al. protocol, per annotator):  Kendall τ 0.160   ·   Spearman ρ 0.208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SLA-Constrained Scheduler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contribution: routing on per-hardware-class costs learned online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591056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883664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job's cost on every registered worker class from that class's own learned cost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505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432304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24912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the cheapest class still predicted to meet the wall-clock SLA.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273552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56616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real timing back into that class's model when the job finishes.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3308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11480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safely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407408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thinly-measured class while it is still predicted to meet the SLA — exploration that cannot break the promise.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956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over 20 jobs on a real two-class fleet (8-core and 2-core workers, separate processes, Redis queue)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2669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705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routing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30702" y="52669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3330702" y="5705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fast class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094476" y="52669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37.5%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094476" y="5705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choice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58250" y="52669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858250" y="5705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slow class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shown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92224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video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084832"/>
            <a:ext cx="2526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URL, pick the video type and topic, choose a processing profile.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9016" y="1554480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6760" y="181051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67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05400" y="1792224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process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05400" y="2084832"/>
            <a:ext cx="2526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per-stage progress over SSE, with the routed worker class and predicted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1104" y="1554480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8848" y="181051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884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57488" y="1792224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explanation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57488" y="2084832"/>
            <a:ext cx="2526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Section-by-section teaching with timestamps, added-context badges, glossary.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46704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60273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584448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and code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3877056"/>
            <a:ext cx="2526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coding video: the algorithm, complexity, and Python / Java / C++ / JavaScript.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9016" y="3346704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6760" y="360273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5676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05400" y="3584448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material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105400" y="3877056"/>
            <a:ext cx="2526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Keyframes with extracted text and an explanation of each slide or board.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71104" y="3346704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8848" y="360273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0884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57488" y="3584448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doubt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57488" y="3877056"/>
            <a:ext cx="2526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with conversation history and cited timestamps.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26694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several videos are already processed and cached, so the demonstration does not depend on the venue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5097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measured, and what we are not claiming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81244" cy="3200400"/>
          </a:xfrm>
          <a:prstGeom prst="roundRect">
            <a:avLst>
              <a:gd name="adj" fmla="val 228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19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48326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 reader can learn from, without watching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held constant from 10 minutes to 12 hours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43-minute video processed end to end in 6.3 minutes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model at human-level agreement on TVSum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evidence recorded over 20 real jobs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0780" y="1517904"/>
            <a:ext cx="5381244" cy="3200400"/>
          </a:xfrm>
          <a:prstGeom prst="roundRect">
            <a:avLst>
              <a:gd name="adj" fmla="val 228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5100" y="1719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15100" y="2103120"/>
            <a:ext cx="48326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quality depends on an external LLM API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 are for English; translation costs ~1.5×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is not comparable to published SumMe / TVSum numbers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baselines are predictions, not measurements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CPU-only; a GPU would change transcription by 5–10×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9560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cloud deployment, the final report, and evaluation across more video categories — ahead of the Final Review in late October 2026.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Video Summarization System — Review 2</dc:title>
  <dc:subject>PptxGenJS Presentation</dc:subject>
  <dc:creator>Jaivardhan Singh, Sujay Chand, Harshit Raj</dc:creator>
  <cp:lastModifiedBy>Jaivardhan Singh, Sujay Chand, Harshit Raj</cp:lastModifiedBy>
  <cp:revision>1</cp:revision>
  <dcterms:created xsi:type="dcterms:W3CDTF">2026-09-08T16:51:24Z</dcterms:created>
  <dcterms:modified xsi:type="dcterms:W3CDTF">2026-09-08T16:51:24Z</dcterms:modified>
</cp:coreProperties>
</file>